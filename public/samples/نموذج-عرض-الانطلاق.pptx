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109728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وضوح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متوافق مع دليل PMBOK الإصدار السابع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اجتماع انطلاق المشروع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0EA5E9"/>
                </a:solidFill>
              </a:rPr>
              <a:t>منصة حجز المواعيد الطبية «موعِد»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انطلاقة المشروع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٧‏/٨‏/٢٠٢٦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5486400"/>
            <a:ext cx="6858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جدول الأعمال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جدول أعمال اليوم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914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1. نظرة عامة على المشروع وأهدافه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486400" cy="914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08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2. النطاق والمخرجات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486400" cy="914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3. الجدول الزمني للمشروع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560320"/>
            <a:ext cx="5486400" cy="914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4. الفريق والمسؤوليات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486400" cy="914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03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5. نظرة على الميزانية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5486400" cy="914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703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6. المخاطر وإجراءات التخفيف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5486400" cy="9144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7. خطة التواصل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754880"/>
            <a:ext cx="5486400" cy="914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8. الخطوات التالية والأسئلة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نظرة عامة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نظرة عامة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43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تطوير وإطلاق منصة رقمية متكاملة (ويب وجوال) لحجز المواعيد الطبية بمجمع النخبة، مع تكامل آمن مع نظام المعلومات الصحية الحالي، لتقليل وقت الانتظار ورفع رضا المرضى إلى 90% خلال 180 يوماً.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27432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93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المنهجية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هجينة (Agile-Waterfall)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3474720"/>
            <a:ext cx="27432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3474720"/>
            <a:ext cx="2743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493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المدة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26 أسبوع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27432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74720"/>
            <a:ext cx="274320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493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حجم الفريق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8 عضو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3474720"/>
            <a:ext cx="27432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34930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الجهد التقديري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0" y="3931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5760 ساعة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مراحل المشروع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مراحل المشروع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7490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37490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المرحلة 1: التخطيط والتصميم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تحديد النطاق والمتطلبات والتصميم الشامل والإعداد التقني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7490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54480"/>
            <a:ext cx="37490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المرحلة 2: التطوير والتكامل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تطوير التطبيقات والتكامل مع HIS وبوابة الدفع والاختبار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1554480"/>
            <a:ext cx="374904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554480"/>
            <a:ext cx="3749040" cy="41148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15727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المرحلة 3: الإطلاق والدعم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20116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اختبار النسخة التجريبية والإطلاق والدعم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الجدول الزمني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الجدول الزمني للمشروع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640015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36400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التخطيط والتصميم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71535" y="2194560"/>
            <a:ext cx="5257800" cy="502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1535" y="219456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التطوير والتكامل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29335" y="2834640"/>
            <a:ext cx="1617785" cy="502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9335" y="2834640"/>
            <a:ext cx="16177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الإطلاق والدعم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4897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57865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66757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75649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8454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93434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02326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1121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20111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أ19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729003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أ21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537895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3467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أ25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المخاطر الرئيسية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المخاطر الرئيسية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F20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وضوح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731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الخطوات التالية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F2057"/>
                </a:solidFill>
              </a:rPr>
              <a:t>الخطوات التالية الفورية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1430000" cy="7315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161848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29284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1848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مراجعة واعتماد ميثاق المشروع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1430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92840" y="2487168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1129284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استكمال إسناد أدوار الفريق ومصفوفة المسؤوليات (RACI)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430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3355848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2840" y="3355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3558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تهيئة أدوات إدارة المشروع وقنوات التواصل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430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92840" y="4224528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1129284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24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عقد جلسات التخطيط التفصيلي مع أصحاب المصلحة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43000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92840" y="5093208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11292840" y="5093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بدء أنشطة المرحلة الأولى وفق الجدول المعتمد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شكراً لكم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0EA5E9"/>
                </a:solidFill>
              </a:rPr>
              <a:t>أسئلة ونقاش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نموذج تجريبي  •  دليل PMBOK — الإصدار السابع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وضوح</dc:title>
  <dc:subject>دليل PMBOK — الإصدار السابع</dc:subject>
  <dc:creator>Wuduh</dc:creator>
  <cp:lastModifiedBy>Wuduh</cp:lastModifiedBy>
  <cp:revision>1</cp:revision>
  <dcterms:created xsi:type="dcterms:W3CDTF">2026-08-07T20:32:26Z</dcterms:created>
  <dcterms:modified xsi:type="dcterms:W3CDTF">2026-08-07T20:32:26Z</dcterms:modified>
</cp:coreProperties>
</file>